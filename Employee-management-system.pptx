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  <p:sldMasterId id="2147483673" r:id="rId3"/>
  </p:sldMasterIdLst>
  <p:notesMasterIdLst>
    <p:notesMasterId r:id="rId24"/>
  </p:notesMasterIdLst>
  <p:handoutMasterIdLst>
    <p:handoutMasterId r:id="rId25"/>
  </p:handoutMasterIdLst>
  <p:sldIdLst>
    <p:sldId id="442" r:id="rId4"/>
    <p:sldId id="456" r:id="rId5"/>
    <p:sldId id="457" r:id="rId6"/>
    <p:sldId id="458" r:id="rId7"/>
    <p:sldId id="460" r:id="rId8"/>
    <p:sldId id="459" r:id="rId9"/>
    <p:sldId id="461" r:id="rId10"/>
    <p:sldId id="462" r:id="rId11"/>
    <p:sldId id="469" r:id="rId12"/>
    <p:sldId id="470" r:id="rId13"/>
    <p:sldId id="471" r:id="rId14"/>
    <p:sldId id="472" r:id="rId15"/>
    <p:sldId id="478" r:id="rId16"/>
    <p:sldId id="479" r:id="rId17"/>
    <p:sldId id="480" r:id="rId18"/>
    <p:sldId id="463" r:id="rId19"/>
    <p:sldId id="465" r:id="rId20"/>
    <p:sldId id="466" r:id="rId21"/>
    <p:sldId id="477" r:id="rId22"/>
    <p:sldId id="464" r:id="rId2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709"/>
  </p:normalViewPr>
  <p:slideViewPr>
    <p:cSldViewPr showGuides="1">
      <p:cViewPr varScale="1">
        <p:scale>
          <a:sx n="78" d="100"/>
          <a:sy n="78" d="100"/>
        </p:scale>
        <p:origin x="161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435107-8708-4435-A648-F05D96C1AD6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 November 2024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1858EF-1881-4336-AB88-9472B4E482B1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59E8410-2BF3-496A-8E5F-58EB0885297C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 November 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87D5A1-37CC-4B13-9F17-5059BEF34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dirty="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/>
          </p:nvPr>
        </p:nvSpPr>
        <p:spPr>
          <a:noFill/>
        </p:spPr>
        <p:txBody>
          <a:bodyPr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AF2988-B82E-4CF8-B97A-4C64C009030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 November 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1-59</a:t>
            </a:r>
          </a:p>
        </p:txBody>
      </p:sp>
      <p:sp>
        <p:nvSpPr>
          <p:cNvPr id="40966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>
                <a:latin typeface="Calibri" panose="020F0502020204030204" pitchFamily="34" charset="0"/>
              </a:rPr>
              <a:t>1</a:t>
            </a:fld>
            <a:endParaRPr 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Freeform 6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38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38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405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fade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fade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" TargetMode="External"/><Relationship Id="rId2" Type="http://schemas.openxmlformats.org/officeDocument/2006/relationships/hyperlink" Target="https://github.com/Immanuvel1207/employee-Management-Syste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wilio.com/docs" TargetMode="External"/><Relationship Id="rId5" Type="http://schemas.openxmlformats.org/officeDocument/2006/relationships/hyperlink" Target="https://docs.mongodb.com/" TargetMode="External"/><Relationship Id="rId4" Type="http://schemas.openxmlformats.org/officeDocument/2006/relationships/hyperlink" Target="https://reactjs.org/docs/getting-started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Shape 1"/>
          <p:cNvSpPr txBox="1"/>
          <p:nvPr/>
        </p:nvSpPr>
        <p:spPr>
          <a:xfrm>
            <a:off x="1752600" y="2362200"/>
            <a:ext cx="7239000" cy="1600200"/>
          </a:xfrm>
          <a:prstGeom prst="rect">
            <a:avLst/>
          </a:prstGeom>
          <a:noFill/>
          <a:ln w="9525">
            <a:noFill/>
          </a:ln>
        </p:spPr>
        <p:txBody>
          <a:bodyPr lIns="0" rIns="18360"/>
          <a:lstStyle/>
          <a:p>
            <a:pPr algn="ctr">
              <a:buNone/>
            </a:pPr>
            <a:endParaRPr lang="zh-CN" altLang="x-none">
              <a:latin typeface="Arial" panose="020B0604020202020204" pitchFamily="34" charset="0"/>
            </a:endParaRPr>
          </a:p>
          <a:p>
            <a:pPr algn="ctr">
              <a:buNone/>
            </a:pPr>
            <a:r>
              <a:rPr sz="3200" b="1" dirty="0">
                <a:solidFill>
                  <a:srgbClr val="B9077E"/>
                </a:solidFill>
                <a:latin typeface="Arial" panose="020B0604020202020204" pitchFamily="34" charset="0"/>
              </a:rPr>
              <a:t>    </a:t>
            </a:r>
            <a:endParaRPr lang="zh-CN" altLang="x-none">
              <a:latin typeface="Arial" panose="020B0604020202020204" pitchFamily="34" charset="0"/>
            </a:endParaRPr>
          </a:p>
        </p:txBody>
      </p:sp>
      <p:pic>
        <p:nvPicPr>
          <p:cNvPr id="3993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5400"/>
            <a:ext cx="1373188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0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495800"/>
            <a:ext cx="1477963" cy="184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TextShape 3"/>
          <p:cNvSpPr txBox="1"/>
          <p:nvPr/>
        </p:nvSpPr>
        <p:spPr>
          <a:xfrm>
            <a:off x="1447800" y="2012937"/>
            <a:ext cx="7252769" cy="1165225"/>
          </a:xfrm>
          <a:prstGeom prst="rect">
            <a:avLst/>
          </a:prstGeom>
        </p:spPr>
        <p:txBody>
          <a:bodyPr lIns="0" tIns="0" rIns="18360" bIns="0"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lang="en-GB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</a:p>
          <a:p>
            <a:pPr marR="0" algn="ctr" defTabSz="914400">
              <a:buClrTx/>
              <a:buSzTx/>
              <a:buFontTx/>
              <a:buNone/>
              <a:defRPr/>
            </a:pPr>
            <a:endParaRPr lang="en-GB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1600" dirty="0"/>
              <a:t>       Revolutionizing Workforce Management with Integrated Solutions</a:t>
            </a:r>
          </a:p>
          <a:p>
            <a:pPr marR="0" algn="ctr" defTabSz="914400">
              <a:buClrTx/>
              <a:buSzTx/>
              <a:buFontTx/>
              <a:buNone/>
              <a:defRPr/>
            </a:pPr>
            <a:endParaRPr kumimoji="0" sz="2800" b="1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Google Shape;213;p38"/>
          <p:cNvSpPr txBox="1"/>
          <p:nvPr/>
        </p:nvSpPr>
        <p:spPr>
          <a:xfrm>
            <a:off x="2819206" y="3200285"/>
            <a:ext cx="6035351" cy="323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pPr marL="0" marR="4572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endParaRPr lang="en-IN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MENTOR : </a:t>
            </a:r>
            <a:r>
              <a:rPr lang="en-US" sz="20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Dr.S.ANANDAMURUGAN</a:t>
            </a:r>
            <a:endParaRPr lang="en-US" sz="20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dirty="0"/>
              <a:t>		     </a:t>
            </a:r>
            <a:r>
              <a:rPr lang="en-US" sz="1600" dirty="0"/>
              <a:t>Head of the Department, </a:t>
            </a:r>
          </a:p>
          <a:p>
            <a:pPr marL="0" marR="45720" lvl="0" indent="0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 dirty="0"/>
              <a:t>		      Department of Information Technology</a:t>
            </a: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ME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MBERS: </a:t>
            </a: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IMMANUVEL  R  (22ITR035)</a:t>
            </a:r>
          </a:p>
          <a:p>
            <a:pPr marL="0" marR="45720" lvl="0" indent="0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KRITTIKA R</a:t>
            </a: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(22ITR053)</a:t>
            </a:r>
          </a:p>
          <a:p>
            <a:pPr marL="0" marR="45720" lvl="0" indent="0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BARATH KUMAR R</a:t>
            </a: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(22ITL121)</a:t>
            </a:r>
            <a:endParaRPr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A633FB-49BA-741F-849A-4D4C6DE409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159" y="1447800"/>
            <a:ext cx="7434262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employee management systems often lack integration, leading to: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Inefficient data management across departments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Time-consuming manual processes for attendance and leave management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Lack of real-time insights for decision-making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Communication gaps between management and employees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unified platform that addresses all aspects of employee management.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612A3-C0CB-1D23-22FC-F31DF75451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943" y="4010389"/>
            <a:ext cx="2647221" cy="26472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DESCRIPTION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B4C8D5-A697-1201-5DE5-1A32C15CB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90" y="1828800"/>
            <a:ext cx="7543800" cy="4413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Employee Management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web application for managing employee data, attendance, and roles.</a:t>
            </a:r>
          </a:p>
          <a:p>
            <a:pPr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Intuitive design for ease of use by admins and employees.</a:t>
            </a:r>
          </a:p>
          <a:p>
            <a:pPr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Role-based access control to protect sensitive information.</a:t>
            </a:r>
          </a:p>
          <a:p>
            <a:pPr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Live updates on employee status, attendance, and records.</a:t>
            </a:r>
          </a:p>
          <a:p>
            <a:pPr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Designed to support growing organizations and additional features.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C75F2EF-F367-C057-6453-67ECF5813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7543800" cy="2585323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Develop an integrated system for comprehensive employee data management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Automate attendance tracking and leave management processes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Implement a real-time salary calculation system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Enhance communication between management and employees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Provide a user-friendly interface for both administrators and employees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Ensure data security and role-based access control.</a:t>
            </a:r>
          </a:p>
          <a:p>
            <a:pPr algn="just">
              <a:spcBef>
                <a:spcPct val="0"/>
              </a:spcBef>
              <a:buSzTx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134" y="704850"/>
            <a:ext cx="8005665" cy="657419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26695" y="2245531"/>
            <a:ext cx="4288082" cy="4389437"/>
          </a:xfrm>
        </p:spPr>
        <p:txBody>
          <a:bodyPr/>
          <a:lstStyle/>
          <a:p>
            <a:r>
              <a:rPr lang="en-US" dirty="0"/>
              <a:t>Admin Dashboard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Add Employee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Update Employee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Delete(Resigned) Employee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Track attendance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Integrated messaging system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Leave Management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Holiday management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Information Passing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Salary calculation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622B14B-ED52-24CF-5CAD-5612960AA095}"/>
              </a:ext>
            </a:extLst>
          </p:cNvPr>
          <p:cNvSpPr txBox="1">
            <a:spLocks/>
          </p:cNvSpPr>
          <p:nvPr/>
        </p:nvSpPr>
        <p:spPr>
          <a:xfrm>
            <a:off x="5065295" y="2245530"/>
            <a:ext cx="4114800" cy="43894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Employee Dashboard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Personal details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Leave application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Attendance &amp; salary viewing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70AFD-D6C7-095D-930C-6226B6AA25B3}"/>
              </a:ext>
            </a:extLst>
          </p:cNvPr>
          <p:cNvSpPr txBox="1"/>
          <p:nvPr/>
        </p:nvSpPr>
        <p:spPr>
          <a:xfrm>
            <a:off x="3371513" y="1600200"/>
            <a:ext cx="2320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2000" dirty="0"/>
              <a:t>Login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I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NOVELTY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2F7489-71EB-4DBD-C446-FA64316F5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CFD1E5-42A7-2555-8A7F-733120439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8780E82-12A5-50E9-2724-75AC8711A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33600" y="1537969"/>
            <a:ext cx="7499350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Integrated Excel-based Attendance Upload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 Automatic processing and status updates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Smart Leave Management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 Automatic notifications and leave handling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Real-time Salary Calculation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 Adjustments for uninformed leaves and rejections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Multi-channel Communication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- In-app(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Modemailer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SMS notifications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Twilio integration.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167" y="248428"/>
            <a:ext cx="8229600" cy="912845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5638801" y="1507958"/>
            <a:ext cx="4260767" cy="50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BACK-END:</a:t>
            </a: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Twilio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C973-DC6B-6A5C-584E-D87DBA081745}"/>
              </a:ext>
            </a:extLst>
          </p:cNvPr>
          <p:cNvSpPr txBox="1"/>
          <p:nvPr/>
        </p:nvSpPr>
        <p:spPr>
          <a:xfrm>
            <a:off x="1143001" y="1524000"/>
            <a:ext cx="2362200" cy="234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FRONT-END:</a:t>
            </a: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</a:p>
          <a:p>
            <a:pPr marL="0" indent="0">
              <a:lnSpc>
                <a:spcPct val="150000"/>
              </a:lnSpc>
              <a:buFont typeface="Noto Sans Symbols"/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React">
            <a:extLst>
              <a:ext uri="{FF2B5EF4-FFF2-40B4-BE49-F238E27FC236}">
                <a16:creationId xmlns:a16="http://schemas.microsoft.com/office/drawing/2014/main" id="{6B0A4973-37F2-AB34-4A3A-076DDABD9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83571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Make an API with Express.js: A ...">
            <a:extLst>
              <a:ext uri="{FF2B5EF4-FFF2-40B4-BE49-F238E27FC236}">
                <a16:creationId xmlns:a16="http://schemas.microsoft.com/office/drawing/2014/main" id="{F42CDBD5-2701-5EEE-BB9B-FC906BBDD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542" y="2133600"/>
            <a:ext cx="1371762" cy="91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MongoDB? - GTech">
            <a:extLst>
              <a:ext uri="{FF2B5EF4-FFF2-40B4-BE49-F238E27FC236}">
                <a16:creationId xmlns:a16="http://schemas.microsoft.com/office/drawing/2014/main" id="{3C9DEF65-4F86-5692-2D19-AE493AA6E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31" y="2819400"/>
            <a:ext cx="1932493" cy="88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egrating Salesforce and Twilio - SMBHD">
            <a:extLst>
              <a:ext uri="{FF2B5EF4-FFF2-40B4-BE49-F238E27FC236}">
                <a16:creationId xmlns:a16="http://schemas.microsoft.com/office/drawing/2014/main" id="{3A13954D-C6E9-4A71-4663-09B23BE84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647" y="3493992"/>
            <a:ext cx="1113502" cy="111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nder (@render) / X">
            <a:extLst>
              <a:ext uri="{FF2B5EF4-FFF2-40B4-BE49-F238E27FC236}">
                <a16:creationId xmlns:a16="http://schemas.microsoft.com/office/drawing/2014/main" id="{D6F60FF0-3604-FC6B-F36D-E8A5C0EC9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286" y="4303732"/>
            <a:ext cx="988463" cy="98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edusa - medusa-plugin-nodemailer | Medusa">
            <a:extLst>
              <a:ext uri="{FF2B5EF4-FFF2-40B4-BE49-F238E27FC236}">
                <a16:creationId xmlns:a16="http://schemas.microsoft.com/office/drawing/2014/main" id="{4E4FFF34-57E1-42C9-7B11-6330A11D8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672" y="4953000"/>
            <a:ext cx="1113502" cy="111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SON Web Token color icon in PNG, SVG">
            <a:extLst>
              <a:ext uri="{FF2B5EF4-FFF2-40B4-BE49-F238E27FC236}">
                <a16:creationId xmlns:a16="http://schemas.microsoft.com/office/drawing/2014/main" id="{27D019F8-E201-F78F-79FD-E1A6D8648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31" y="5715000"/>
            <a:ext cx="988464" cy="98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37572"/>
            <a:ext cx="8229600" cy="64381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 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E2F76-A1CB-178D-5876-85BBC43ACE61}"/>
              </a:ext>
            </a:extLst>
          </p:cNvPr>
          <p:cNvSpPr txBox="1"/>
          <p:nvPr/>
        </p:nvSpPr>
        <p:spPr>
          <a:xfrm>
            <a:off x="762000" y="1528027"/>
            <a:ext cx="5562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Comprehensive employee data management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- Personal and professional details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- Resignation and update management.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66B144-AE17-FCB2-7A8B-1B709B8B0805}"/>
              </a:ext>
            </a:extLst>
          </p:cNvPr>
          <p:cNvSpPr txBox="1">
            <a:spLocks/>
          </p:cNvSpPr>
          <p:nvPr/>
        </p:nvSpPr>
        <p:spPr>
          <a:xfrm>
            <a:off x="457200" y="3757087"/>
            <a:ext cx="8229600" cy="643813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19AD3-C233-E132-8E13-CB57B2FBCFF2}"/>
              </a:ext>
            </a:extLst>
          </p:cNvPr>
          <p:cNvSpPr txBox="1"/>
          <p:nvPr/>
        </p:nvSpPr>
        <p:spPr>
          <a:xfrm>
            <a:off x="1980487" y="4572000"/>
            <a:ext cx="5638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dirty="0"/>
              <a:t>Excel-based upload</a:t>
            </a:r>
          </a:p>
          <a:p>
            <a:pPr marL="285750" indent="-285750" algn="just">
              <a:buFontTx/>
              <a:buChar char="-"/>
            </a:pPr>
            <a:endParaRPr lang="en-US" dirty="0"/>
          </a:p>
          <a:p>
            <a:pPr marL="285750" indent="-285750" algn="just">
              <a:buFontTx/>
              <a:buChar char="-"/>
            </a:pPr>
            <a:r>
              <a:rPr lang="en-US" dirty="0"/>
              <a:t>Real-time dashboard for tracking and updates</a:t>
            </a:r>
          </a:p>
          <a:p>
            <a:pPr marL="285750" indent="-285750" algn="just">
              <a:buFontTx/>
              <a:buChar char="-"/>
            </a:pPr>
            <a:endParaRPr lang="en-US" dirty="0"/>
          </a:p>
          <a:p>
            <a:pPr marL="285750" indent="-285750" algn="just">
              <a:buFontTx/>
              <a:buChar char="-"/>
            </a:pPr>
            <a:r>
              <a:rPr lang="en-US" dirty="0"/>
              <a:t>Holiday management.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052D93-0C38-A1DA-46E6-13E96020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8" y="3757087"/>
            <a:ext cx="1329099" cy="1648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57D339-2A9A-F3B5-463B-CEF9F0B6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668" y="5596641"/>
            <a:ext cx="3810532" cy="1076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A4DAA6-A4E3-D869-C90B-35F2B32E7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1855635"/>
            <a:ext cx="4148937" cy="21743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BC4D17-873D-AC38-AB93-22269EC77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605" y="3022232"/>
            <a:ext cx="2403282" cy="8472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AE82-5DA4-9C53-8D7F-567205AD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B6CE-D2DA-D3E8-4A1C-0256ED18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4381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9AE4C-08BD-01FA-EE68-7E75BDC150DD}"/>
              </a:ext>
            </a:extLst>
          </p:cNvPr>
          <p:cNvSpPr txBox="1"/>
          <p:nvPr/>
        </p:nvSpPr>
        <p:spPr>
          <a:xfrm>
            <a:off x="4168877" y="1461986"/>
            <a:ext cx="525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Leave applications with automated email notifications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Status tracking and integration with salary module.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861655-9593-F3AC-6BAA-3DE0E83C4D23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8229600" cy="643813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Calculation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95316-D683-0D51-BBD4-451D2A82AB9A}"/>
              </a:ext>
            </a:extLst>
          </p:cNvPr>
          <p:cNvSpPr txBox="1"/>
          <p:nvPr/>
        </p:nvSpPr>
        <p:spPr>
          <a:xfrm>
            <a:off x="2057400" y="3900386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Automated monthly calculations including DA and PF</a:t>
            </a:r>
          </a:p>
          <a:p>
            <a:pPr marL="285750" indent="-285750" algn="just">
              <a:buFontTx/>
              <a:buChar char="-"/>
            </a:pPr>
            <a:endParaRPr lang="en-US" dirty="0"/>
          </a:p>
          <a:p>
            <a:pPr algn="just"/>
            <a:r>
              <a:rPr lang="en-US" dirty="0"/>
              <a:t>Deductions for uninformed leaves.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BF92DC-A9EB-9415-608B-E8112D0E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77" y="1209699"/>
            <a:ext cx="3276600" cy="1844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6C71D-4D69-9D7E-90EE-D20AFDF8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25" y="4953000"/>
            <a:ext cx="4694790" cy="573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AFF3B7-0E2B-4EC4-5768-14467A0A3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20" y="5737123"/>
            <a:ext cx="5626080" cy="57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8934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5428E-5E1B-FD49-5297-DED52F20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E834-D2D2-73AF-CCB1-F36ADD7C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4381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B69D7-DCEA-02CE-1214-64161070145C}"/>
              </a:ext>
            </a:extLst>
          </p:cNvPr>
          <p:cNvSpPr txBox="1">
            <a:spLocks/>
          </p:cNvSpPr>
          <p:nvPr/>
        </p:nvSpPr>
        <p:spPr>
          <a:xfrm>
            <a:off x="462116" y="2888376"/>
            <a:ext cx="8229600" cy="643813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Application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D555B-03EB-64BE-78D2-8AA4C4ADAF10}"/>
              </a:ext>
            </a:extLst>
          </p:cNvPr>
          <p:cNvSpPr txBox="1"/>
          <p:nvPr/>
        </p:nvSpPr>
        <p:spPr>
          <a:xfrm>
            <a:off x="2171700" y="1411048"/>
            <a:ext cx="4343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Admin broadcast messaging with Twilio SMS notifications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Leave approval and rejection details sent using node mailer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597CB-0A36-698C-8ADF-522EA90888F5}"/>
              </a:ext>
            </a:extLst>
          </p:cNvPr>
          <p:cNvSpPr txBox="1"/>
          <p:nvPr/>
        </p:nvSpPr>
        <p:spPr>
          <a:xfrm>
            <a:off x="1143000" y="4217259"/>
            <a:ext cx="7086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Employee applies for leave and wait for approval.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Will be displayed Approved/Rejected status after admin intervention.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2A00A8-F1F2-AB74-D18F-9A4C12EE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371600"/>
            <a:ext cx="1844842" cy="18622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6B4B26-F91C-5B66-B014-DE1F9737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506065"/>
            <a:ext cx="6400800" cy="1098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5FCFC1-5894-E2F6-2433-8CBF39100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31387"/>
            <a:ext cx="5943600" cy="64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1593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B1C3-7515-CB13-167E-9CDE1ABD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827A-DB7F-C8B6-E832-77F2CBDA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4381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DA07F-4AE8-88E8-5CB9-FB75B2CEB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95400"/>
            <a:ext cx="7924800" cy="43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2367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156D-0FFE-905D-A76A-3F0F2B085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359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98E09-C60F-2D22-D48E-7E7A628F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81813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156A-38E9-DEB2-186B-9A1FCDE9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264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D551-F60C-2441-242A-4C1036EC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86935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99796" y="499187"/>
            <a:ext cx="8229600" cy="643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BE300-21D0-00BF-34A8-B57E28005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38085"/>
            <a:ext cx="4391865" cy="23671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B9FEC2-FD00-7D7E-C3C6-46E50B35C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29" y="2895600"/>
            <a:ext cx="3132467" cy="360435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0894D-6C03-B616-DEAA-EED12473A46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AF152-4565-0B9E-6698-A3C675AD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38200"/>
            <a:ext cx="4467537" cy="3015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403EB0-D7E5-6CF0-C759-5C376BC2A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895420"/>
            <a:ext cx="5182451" cy="282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3893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B70A1-EBC1-FF69-4F41-DAA80E4ED3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FB9C5-35BD-A29B-2D4B-04EB5C16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38200"/>
            <a:ext cx="3753374" cy="2229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AEEF84-A041-5812-7658-50E52D654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718" y="3429000"/>
            <a:ext cx="4744112" cy="1057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EEEC2-69AF-98B0-B7F4-B55071DF8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718" y="4724400"/>
            <a:ext cx="4410691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8957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D1B20-7A25-B6C0-ABE1-79F51BC6DA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991EA-E975-24D4-DED2-9081C4AACFBF}"/>
              </a:ext>
            </a:extLst>
          </p:cNvPr>
          <p:cNvSpPr txBox="1"/>
          <p:nvPr/>
        </p:nvSpPr>
        <p:spPr>
          <a:xfrm>
            <a:off x="1552074" y="1905000"/>
            <a:ext cx="7543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git link:</a:t>
            </a:r>
          </a:p>
          <a:p>
            <a:r>
              <a:rPr lang="en-US" dirty="0">
                <a:hlinkClick r:id="rId2"/>
              </a:rPr>
              <a:t>https://github.com/Immanuvel1207/employee-Management-System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EMS Host-link: </a:t>
            </a:r>
          </a:p>
          <a:p>
            <a:endParaRPr lang="en-US" dirty="0"/>
          </a:p>
          <a:p>
            <a:r>
              <a:rPr lang="en-US" dirty="0"/>
              <a:t>Node.js Documentation: </a:t>
            </a:r>
            <a:r>
              <a:rPr lang="en-US" dirty="0">
                <a:hlinkClick r:id="rId3"/>
              </a:rPr>
              <a:t>https://nodejs.org/en/docs</a:t>
            </a:r>
            <a:endParaRPr lang="en-US" dirty="0"/>
          </a:p>
          <a:p>
            <a:endParaRPr lang="en-US" dirty="0"/>
          </a:p>
          <a:p>
            <a:r>
              <a:rPr lang="en-US" dirty="0"/>
              <a:t>React Documentation: </a:t>
            </a:r>
            <a:r>
              <a:rPr lang="en-US" dirty="0">
                <a:hlinkClick r:id="rId4"/>
              </a:rPr>
              <a:t>https://reactjs.org/docs/getting-started.html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MongoDB Documentation: </a:t>
            </a:r>
            <a:r>
              <a:rPr lang="en-US" dirty="0">
                <a:hlinkClick r:id="rId5"/>
              </a:rPr>
              <a:t>https://docs.mongodb.com/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Twilio API Documentation: </a:t>
            </a:r>
            <a:r>
              <a:rPr lang="en-US" dirty="0">
                <a:hlinkClick r:id="rId6"/>
              </a:rPr>
              <a:t>https://www.twilio.com/docs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772384-FE66-B230-E74E-CEA7083D9DA6}"/>
              </a:ext>
            </a:extLst>
          </p:cNvPr>
          <p:cNvSpPr txBox="1"/>
          <p:nvPr/>
        </p:nvSpPr>
        <p:spPr>
          <a:xfrm>
            <a:off x="3962400" y="1123890"/>
            <a:ext cx="198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305274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xfrm>
            <a:off x="685800" y="2209800"/>
            <a:ext cx="822960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dirty="0">
                <a:solidFill>
                  <a:srgbClr val="C00000"/>
                </a:solidFill>
                <a:latin typeface="Times New Roman" panose="02020603050405020304" pitchFamily="18" charset="0"/>
                <a:ea typeface="Algerian" panose="04020705040A02060702"/>
                <a:cs typeface="Times New Roman" panose="02020603050405020304" pitchFamily="18" charset="0"/>
                <a:sym typeface="Algerian" panose="04020705040A02060702"/>
              </a:rPr>
              <a:t>THANK YOU</a:t>
            </a:r>
            <a:endParaRPr sz="5400" b="1" i="1" dirty="0">
              <a:solidFill>
                <a:schemeClr val="dk1"/>
              </a:solidFill>
              <a:latin typeface="Times New Roman" panose="02020603050405020304" pitchFamily="18" charset="0"/>
              <a:ea typeface="Algerian" panose="04020705040A02060702"/>
              <a:cs typeface="Times New Roman" panose="02020603050405020304" pitchFamily="18" charset="0"/>
              <a:sym typeface="Algerian" panose="04020705040A02060702"/>
            </a:endParaRPr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391</TotalTime>
  <Words>531</Words>
  <Application>Microsoft Office PowerPoint</Application>
  <PresentationFormat>On-screen Show (4:3)</PresentationFormat>
  <Paragraphs>128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Algerian</vt:lpstr>
      <vt:lpstr>Arial</vt:lpstr>
      <vt:lpstr>Calibri</vt:lpstr>
      <vt:lpstr>Noto Sans Symbols</vt:lpstr>
      <vt:lpstr>Times New Roman</vt:lpstr>
      <vt:lpstr>Wingdings</vt:lpstr>
      <vt:lpstr>Wingdings 2</vt:lpstr>
      <vt:lpstr>Flow</vt:lpstr>
      <vt:lpstr>1_Custom Design</vt:lpstr>
      <vt:lpstr>Custom Design</vt:lpstr>
      <vt:lpstr>PowerPoint Presentation</vt:lpstr>
      <vt:lpstr>PROBLEM STATEMENT</vt:lpstr>
      <vt:lpstr>PROJECT DESCRIPTION</vt:lpstr>
      <vt:lpstr>OBJECTIVE</vt:lpstr>
      <vt:lpstr>MODULES</vt:lpstr>
      <vt:lpstr>NOVELTY</vt:lpstr>
      <vt:lpstr>TECHNOLOGY USED</vt:lpstr>
      <vt:lpstr>Module Description   Employee Management</vt:lpstr>
      <vt:lpstr>Leave Management</vt:lpstr>
      <vt:lpstr>Communication System</vt:lpstr>
      <vt:lpstr>Flow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Immanuvel R</cp:lastModifiedBy>
  <cp:revision>4</cp:revision>
  <dcterms:created xsi:type="dcterms:W3CDTF">2013-12-25T07:56:38Z</dcterms:created>
  <dcterms:modified xsi:type="dcterms:W3CDTF">2024-11-10T18:27:10Z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D4B2BFA3221D46D18BEBB542456704B7_13</vt:lpwstr>
  </property>
  <property fmtid="{D5CDD505-2E9C-101B-9397-08002B2CF9AE}" pid="3" name="KSOProductBuildVer">
    <vt:lpwstr>1033-12.2.0.18283</vt:lpwstr>
  </property>
</Properties>
</file>