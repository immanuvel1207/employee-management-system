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3"/>
    <p:sldMasterId id="2147483673" r:id="rId4"/>
  </p:sldMasterIdLst>
  <p:notesMasterIdLst>
    <p:notesMasterId r:id="rId6"/>
  </p:notesMasterIdLst>
  <p:handoutMasterIdLst>
    <p:handoutMasterId r:id="rId16"/>
  </p:handoutMasterIdLst>
  <p:sldIdLst>
    <p:sldId id="442" r:id="rId5"/>
    <p:sldId id="456" r:id="rId7"/>
    <p:sldId id="457" r:id="rId8"/>
    <p:sldId id="458" r:id="rId9"/>
    <p:sldId id="459" r:id="rId10"/>
    <p:sldId id="460" r:id="rId11"/>
    <p:sldId id="461" r:id="rId12"/>
    <p:sldId id="462" r:id="rId13"/>
    <p:sldId id="463" r:id="rId14"/>
    <p:sldId id="464" r:id="rId15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99"/>
    <a:srgbClr val="AC0000"/>
    <a:srgbClr val="3366FF"/>
    <a:srgbClr val="B9077E"/>
    <a:srgbClr val="9C2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8"/>
    <p:restoredTop sz="94709"/>
  </p:normalViewPr>
  <p:slideViewPr>
    <p:cSldViewPr showGuides="1">
      <p:cViewPr varScale="1">
        <p:scale>
          <a:sx n="70" d="100"/>
          <a:sy n="70" d="100"/>
        </p:scale>
        <p:origin x="138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435107-8708-4435-A648-F05D96C1AD6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1-59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1858EF-1881-4336-AB88-9472B4E482B1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59E8410-2BF3-496A-8E5F-58EB0885297C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1-59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587D5A1-37CC-4B13-9F17-5059BEF349E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dirty="0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/>
          </p:nvPr>
        </p:nvSpPr>
        <p:spPr>
          <a:noFill/>
        </p:spPr>
        <p:txBody>
          <a:bodyPr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8AF2988-B82E-4CF8-B97A-4C64C0090307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1-59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966" name="Slide Number Placeholder 5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buNone/>
            </a:pPr>
            <a:fld id="{9A0DB2DC-4C9A-4742-B13C-FB6460FD3503}" type="slidenum">
              <a:rPr lang="en-US" sz="1200" dirty="0">
                <a:latin typeface="Calibri" panose="020F0502020204030204" pitchFamily="34" charset="0"/>
              </a:rPr>
            </a:fld>
            <a:endParaRPr 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3" name="Google Shape;2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Freeform 6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7/15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8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lIns="0" rIns="0" bIns="0" anchor="b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1027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3-Sep-24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38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38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405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185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>
    <p:fade/>
  </p:transition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3074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3-Sep-24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ransition>
    <p:fade/>
  </p:transition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 cstate="print">
            <a:lum/>
          </a:blip>
          <a:srcRect/>
          <a:tile tx="0" ty="0" sx="100000" sy="8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9938" name="TextShape 1"/>
          <p:cNvSpPr txBox="1"/>
          <p:nvPr/>
        </p:nvSpPr>
        <p:spPr>
          <a:xfrm>
            <a:off x="1752600" y="2362200"/>
            <a:ext cx="7239000" cy="1600200"/>
          </a:xfrm>
          <a:prstGeom prst="rect">
            <a:avLst/>
          </a:prstGeom>
          <a:noFill/>
          <a:ln w="9525">
            <a:noFill/>
          </a:ln>
        </p:spPr>
        <p:txBody>
          <a:bodyPr lIns="0" rIns="18360"/>
          <a:p>
            <a:pPr algn="ctr">
              <a:buNone/>
            </a:pPr>
            <a:endParaRPr lang="zh-CN" altLang="x-none">
              <a:latin typeface="Arial" panose="020B0604020202020204" pitchFamily="34" charset="0"/>
            </a:endParaRPr>
          </a:p>
          <a:p>
            <a:pPr algn="ctr">
              <a:buNone/>
            </a:pPr>
            <a:r>
              <a:rPr sz="3200" b="1" dirty="0">
                <a:solidFill>
                  <a:srgbClr val="B9077E"/>
                </a:solidFill>
                <a:latin typeface="Arial" panose="020B0604020202020204" pitchFamily="34" charset="0"/>
              </a:rPr>
              <a:t>    </a:t>
            </a:r>
            <a:endParaRPr lang="zh-CN" altLang="x-none">
              <a:latin typeface="Arial" panose="020B0604020202020204" pitchFamily="34" charset="0"/>
            </a:endParaRPr>
          </a:p>
        </p:txBody>
      </p:sp>
      <p:pic>
        <p:nvPicPr>
          <p:cNvPr id="39939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5400"/>
            <a:ext cx="1373188" cy="1066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0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495800"/>
            <a:ext cx="1477963" cy="1841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" name="TextShape 3"/>
          <p:cNvSpPr txBox="1"/>
          <p:nvPr/>
        </p:nvSpPr>
        <p:spPr>
          <a:xfrm>
            <a:off x="1752600" y="1447800"/>
            <a:ext cx="7010400" cy="1165225"/>
          </a:xfrm>
          <a:prstGeom prst="rect">
            <a:avLst/>
          </a:prstGeom>
        </p:spPr>
        <p:txBody>
          <a:bodyPr lIns="0" tIns="0" rIns="18360" bIns="0" anchor="b"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lang="en-US" sz="3600" dirty="0" smtClean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PROJECT TITLE</a:t>
            </a:r>
            <a:endParaRPr kumimoji="0" sz="3600" kern="120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3" name="Google Shape;213;p38"/>
          <p:cNvSpPr txBox="1"/>
          <p:nvPr/>
        </p:nvSpPr>
        <p:spPr>
          <a:xfrm>
            <a:off x="2819206" y="3200285"/>
            <a:ext cx="6035351" cy="3234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p>
            <a:pPr marL="0" marR="457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4572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GUIDE</a:t>
            </a:r>
            <a:endParaRPr b="1" dirty="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4572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Noto Sans Symbols"/>
              <a:buNone/>
            </a:pPr>
            <a:endParaRPr sz="18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4572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Noto Sans Symbols"/>
              <a:buNone/>
            </a:pPr>
            <a:endParaRPr sz="18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4572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Noto Sans Symbols"/>
              <a:buNone/>
            </a:pPr>
            <a:r>
              <a:rPr lang="en-US" sz="1800" b="1" i="0" u="none" strike="noStrike" cap="none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MEMBER</a:t>
            </a:r>
            <a:endParaRPr dirty="0">
              <a:solidFill>
                <a:srgbClr val="C00000"/>
              </a:solidFill>
            </a:endParaRPr>
          </a:p>
          <a:p>
            <a:pPr marL="0" marR="4572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4572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90" y="577915"/>
            <a:ext cx="8229600" cy="71340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788" y="1617922"/>
            <a:ext cx="8237536" cy="490900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90" y="577915"/>
            <a:ext cx="8229600" cy="71340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DESCRIPTION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5" name="Text Placeholder 4"/>
          <p:cNvSpPr/>
          <p:nvPr>
            <p:ph type="body" idx="1"/>
          </p:nvPr>
        </p:nvSpPr>
        <p:spPr>
          <a:xfrm>
            <a:off x="457200" y="1935480"/>
            <a:ext cx="8229600" cy="4546600"/>
          </a:xfrm>
        </p:spPr>
        <p:txBody>
          <a:bodyPr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90" y="577915"/>
            <a:ext cx="8229600" cy="71340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5" name="Text Placeholder 4"/>
          <p:cNvSpPr/>
          <p:nvPr>
            <p:ph type="body" idx="1"/>
          </p:nvPr>
        </p:nvSpPr>
        <p:spPr>
          <a:xfrm>
            <a:off x="457200" y="1935480"/>
            <a:ext cx="8229600" cy="4546600"/>
          </a:xfrm>
        </p:spPr>
        <p:txBody>
          <a:bodyPr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90" y="577915"/>
            <a:ext cx="8229600" cy="713403"/>
          </a:xfrm>
        </p:spPr>
        <p:txBody>
          <a:bodyPr/>
          <a:lstStyle/>
          <a:p>
            <a:pPr algn="ctr"/>
            <a:r>
              <a:rPr lang="en-IN" alt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MODULE DESCRIPTION</a:t>
            </a:r>
            <a:endParaRPr lang="en-IN" altLang="en-US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788" y="1617923"/>
            <a:ext cx="8206005" cy="481440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Module-1</a:t>
            </a: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each module describe about functionality or task done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Module-2</a:t>
            </a: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Module-3</a:t>
            </a: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Module-4</a:t>
            </a: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 algn="just">
              <a:buNone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134" y="704850"/>
            <a:ext cx="8005665" cy="657419"/>
          </a:xfrm>
        </p:spPr>
        <p:txBody>
          <a:bodyPr/>
          <a:lstStyle/>
          <a:p>
            <a:pPr algn="ctr"/>
            <a:r>
              <a:rPr lang="en-IN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MODULES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741395"/>
          </a:xfrm>
        </p:spPr>
        <p:txBody>
          <a:bodyPr/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1012339" y="1760375"/>
            <a:ext cx="4260767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lnSpc>
                <a:spcPct val="150000"/>
              </a:lnSpc>
              <a:buFont typeface="Noto Sans Symbols"/>
              <a:buNone/>
            </a:pPr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Front-End</a:t>
            </a:r>
            <a:r>
              <a:rPr lang="en-IN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4883233" y="1755987"/>
            <a:ext cx="4260767" cy="2108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4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lnSpc>
                <a:spcPct val="150000"/>
              </a:lnSpc>
              <a:buFont typeface="Noto Sans Symbols"/>
              <a:buNone/>
            </a:pPr>
            <a:r>
              <a:rPr lang="en-I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Back-End &amp; Database: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4522"/>
            <a:ext cx="8229600" cy="64381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699796" y="499187"/>
            <a:ext cx="8229600" cy="6438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IN" sz="3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</a:t>
            </a:r>
            <a:endParaRPr lang="en-IN" sz="32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 txBox="1">
            <a:spLocks noGrp="1"/>
          </p:cNvSpPr>
          <p:nvPr>
            <p:ph type="title"/>
          </p:nvPr>
        </p:nvSpPr>
        <p:spPr>
          <a:xfrm>
            <a:off x="760730" y="2616200"/>
            <a:ext cx="8229600" cy="141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1" dirty="0">
                <a:solidFill>
                  <a:srgbClr val="C00000"/>
                </a:solidFill>
                <a:latin typeface="Times New Roman" panose="02020603050405020304" pitchFamily="18" charset="0"/>
                <a:ea typeface="Algerian" panose="04020705040A02060702"/>
                <a:cs typeface="Times New Roman" panose="02020603050405020304" pitchFamily="18" charset="0"/>
                <a:sym typeface="Algerian" panose="04020705040A02060702"/>
              </a:rPr>
              <a:t>THANK YOU</a:t>
            </a:r>
            <a:endParaRPr sz="6000" b="1" i="1" dirty="0">
              <a:solidFill>
                <a:schemeClr val="dk1"/>
              </a:solidFill>
              <a:latin typeface="Times New Roman" panose="02020603050405020304" pitchFamily="18" charset="0"/>
              <a:ea typeface="Algerian" panose="04020705040A02060702"/>
              <a:cs typeface="Times New Roman" panose="02020603050405020304" pitchFamily="18" charset="0"/>
              <a:sym typeface="Algerian" panose="04020705040A02060702"/>
            </a:endParaRPr>
          </a:p>
        </p:txBody>
      </p:sp>
    </p:spTree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0</TotalTime>
  <Words>297</Words>
  <Application>WPS Presentation</Application>
  <PresentationFormat>On-screen Show (4:3)</PresentationFormat>
  <Paragraphs>46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Times New Roman</vt:lpstr>
      <vt:lpstr>Wingdings 2</vt:lpstr>
      <vt:lpstr>Microsoft YaHei</vt:lpstr>
      <vt:lpstr>Arial Unicode MS</vt:lpstr>
      <vt:lpstr>黑体</vt:lpstr>
      <vt:lpstr>Times New Roman</vt:lpstr>
      <vt:lpstr>Noto Sans Symbols</vt:lpstr>
      <vt:lpstr>Segoe Print</vt:lpstr>
      <vt:lpstr>Algerian</vt:lpstr>
      <vt:lpstr>Arial</vt:lpstr>
      <vt:lpstr>Algerian</vt:lpstr>
      <vt:lpstr>Flow</vt:lpstr>
      <vt:lpstr>1_Custom Design</vt:lpstr>
      <vt:lpstr>Custom Design</vt:lpstr>
      <vt:lpstr>PowerPoint 演示文稿</vt:lpstr>
      <vt:lpstr>PROBLEM STATEMENT</vt:lpstr>
      <vt:lpstr>PROJECT DESCRIPTION</vt:lpstr>
      <vt:lpstr>OBJECTIVE</vt:lpstr>
      <vt:lpstr>MODULE DESCRIPTION</vt:lpstr>
      <vt:lpstr>SAMPLE MODULES</vt:lpstr>
      <vt:lpstr>TECHNOLOGY USED</vt:lpstr>
      <vt:lpstr>ARCHITECTURE</vt:lpstr>
      <vt:lpstr>PowerPoint 演示文稿</vt:lpstr>
      <vt:lpstr>THANK YOU</vt:lpstr>
    </vt:vector>
  </TitlesOfParts>
  <Company>KVITT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Staff</dc:creator>
  <cp:lastModifiedBy>SANDHIYA R Assistant Professor</cp:lastModifiedBy>
  <cp:revision>973</cp:revision>
  <dcterms:created xsi:type="dcterms:W3CDTF">2013-12-25T07:56:38Z</dcterms:created>
  <dcterms:modified xsi:type="dcterms:W3CDTF">2024-10-17T07:56:08Z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D4B2BFA3221D46D18BEBB542456704B7_13</vt:lpwstr>
  </property>
  <property fmtid="{D5CDD505-2E9C-101B-9397-08002B2CF9AE}" pid="3" name="KSOProductBuildVer">
    <vt:lpwstr>1033-12.2.0.18283</vt:lpwstr>
  </property>
</Properties>
</file>